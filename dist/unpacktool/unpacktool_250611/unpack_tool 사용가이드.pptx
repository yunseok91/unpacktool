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63" r:id="rId4"/>
    <p:sldId id="258" r:id="rId5"/>
    <p:sldId id="259" r:id="rId6"/>
    <p:sldId id="260" r:id="rId7"/>
    <p:sldId id="261" r:id="rId8"/>
    <p:sldId id="262" r:id="rId9"/>
  </p:sldIdLst>
  <p:sldSz cx="18288000" cy="10287000"/>
  <p:notesSz cx="6858000" cy="9144000"/>
  <p:embeddedFontLst>
    <p:embeddedFont>
      <p:font typeface="Pretendard Bold" panose="020B0600000101010101" charset="-127"/>
      <p:bold r:id="rId10"/>
    </p:embeddedFont>
    <p:embeddedFont>
      <p:font typeface="Pretendard Medium" panose="020B0600000101010101" charset="-127"/>
      <p:bold r:id="rId11"/>
    </p:embeddedFont>
    <p:embeddedFont>
      <p:font typeface="Pretendard Regular" panose="020B0600000101010101" charset="-127"/>
      <p:regular r:id="rId12"/>
    </p:embeddedFont>
    <p:embeddedFont>
      <p:font typeface="Pretendard SemiBold" panose="020B0600000101010101" charset="-127"/>
      <p:bold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0" d="100"/>
          <a:sy n="70" d="100"/>
        </p:scale>
        <p:origin x="774" y="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1.png"/><Relationship Id="rId21" Type="http://schemas.openxmlformats.org/officeDocument/2006/relationships/image" Target="../media/image2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4.png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2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23.png"/><Relationship Id="rId5" Type="http://schemas.openxmlformats.org/officeDocument/2006/relationships/image" Target="../media/image5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.png"/><Relationship Id="rId7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11" Type="http://schemas.openxmlformats.org/officeDocument/2006/relationships/image" Target="../media/image31.png"/><Relationship Id="rId5" Type="http://schemas.openxmlformats.org/officeDocument/2006/relationships/image" Target="../media/image25.png"/><Relationship Id="rId10" Type="http://schemas.openxmlformats.org/officeDocument/2006/relationships/image" Target="../media/image30.png"/><Relationship Id="rId4" Type="http://schemas.openxmlformats.org/officeDocument/2006/relationships/image" Target="../media/image7.png"/><Relationship Id="rId9" Type="http://schemas.openxmlformats.org/officeDocument/2006/relationships/image" Target="../media/image2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2.png"/><Relationship Id="rId7" Type="http://schemas.openxmlformats.org/officeDocument/2006/relationships/image" Target="../media/image3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10" Type="http://schemas.openxmlformats.org/officeDocument/2006/relationships/image" Target="../media/image35.png"/><Relationship Id="rId4" Type="http://schemas.openxmlformats.org/officeDocument/2006/relationships/image" Target="../media/image7.png"/><Relationship Id="rId9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2.png"/><Relationship Id="rId7" Type="http://schemas.openxmlformats.org/officeDocument/2006/relationships/image" Target="../media/image3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7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image" Target="../media/image2.png"/><Relationship Id="rId7" Type="http://schemas.openxmlformats.org/officeDocument/2006/relationships/image" Target="../media/image3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10" Type="http://schemas.openxmlformats.org/officeDocument/2006/relationships/image" Target="../media/image42.png"/><Relationship Id="rId4" Type="http://schemas.openxmlformats.org/officeDocument/2006/relationships/image" Target="../media/image7.png"/><Relationship Id="rId9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2.png"/><Relationship Id="rId7" Type="http://schemas.openxmlformats.org/officeDocument/2006/relationships/image" Target="../media/image4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5.png"/><Relationship Id="rId4" Type="http://schemas.openxmlformats.org/officeDocument/2006/relationships/image" Target="../media/image7.png"/><Relationship Id="rId9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244600" y="3987800"/>
            <a:ext cx="15671800" cy="160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99600"/>
              </a:lnSpc>
            </a:pPr>
            <a:r>
              <a:rPr lang="en-US" sz="9000" b="0" i="0" u="none" strike="noStrike" dirty="0">
                <a:solidFill>
                  <a:srgbClr val="0063BA"/>
                </a:solidFill>
                <a:latin typeface="Pretendard Bold"/>
              </a:rPr>
              <a:t>Unpacked Tool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6154400" y="9256499"/>
            <a:ext cx="1435100" cy="2159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ctr">
              <a:lnSpc>
                <a:spcPct val="99600"/>
              </a:lnSpc>
            </a:pPr>
            <a:r>
              <a:rPr lang="ko-KR" sz="1200" b="0" i="0" u="none" strike="noStrike">
                <a:solidFill>
                  <a:srgbClr val="000000"/>
                </a:solidFill>
                <a:ea typeface="Pretendard Regular"/>
              </a:rPr>
              <a:t>이윤석</a:t>
            </a:r>
          </a:p>
        </p:txBody>
      </p:sp>
      <p:pic>
        <p:nvPicPr>
          <p:cNvPr id="4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9588500"/>
            <a:ext cx="16903700" cy="12700"/>
          </a:xfrm>
          <a:prstGeom prst="rect">
            <a:avLst/>
          </a:prstGeom>
        </p:spPr>
      </p:pic>
      <p:sp>
        <p:nvSpPr>
          <p:cNvPr id="7" name="TextBox 2">
            <a:extLst>
              <a:ext uri="{FF2B5EF4-FFF2-40B4-BE49-F238E27FC236}">
                <a16:creationId xmlns:a16="http://schemas.microsoft.com/office/drawing/2014/main" id="{3C31A28D-54BD-D375-8F6B-0B89C88E0BAB}"/>
              </a:ext>
            </a:extLst>
          </p:cNvPr>
          <p:cNvSpPr txBox="1"/>
          <p:nvPr/>
        </p:nvSpPr>
        <p:spPr>
          <a:xfrm>
            <a:off x="1657350" y="7540198"/>
            <a:ext cx="15671800" cy="160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r">
              <a:lnSpc>
                <a:spcPct val="99600"/>
              </a:lnSpc>
            </a:pPr>
            <a:r>
              <a:rPr lang="en-US" altLang="ko-KR" sz="2000" b="1" dirty="0">
                <a:solidFill>
                  <a:srgbClr val="FF0000"/>
                </a:solidFill>
                <a:latin typeface="Pretendard Bold"/>
              </a:rPr>
              <a:t>※ Web Driver : ver.133</a:t>
            </a:r>
            <a:r>
              <a:rPr lang="ko-KR" altLang="en-US" sz="2000" b="1" dirty="0">
                <a:solidFill>
                  <a:srgbClr val="FF0000"/>
                </a:solidFill>
                <a:latin typeface="Pretendard Bold"/>
              </a:rPr>
              <a:t>버전으로 빌드</a:t>
            </a:r>
            <a:r>
              <a:rPr lang="en-US" altLang="ko-KR" sz="2000" b="1" dirty="0">
                <a:solidFill>
                  <a:srgbClr val="FF0000"/>
                </a:solidFill>
                <a:latin typeface="Pretendard Bold"/>
              </a:rPr>
              <a:t>, </a:t>
            </a:r>
            <a:r>
              <a:rPr lang="ko-KR" altLang="en-US" sz="2000" b="1" dirty="0" err="1">
                <a:solidFill>
                  <a:srgbClr val="FF0000"/>
                </a:solidFill>
                <a:latin typeface="Pretendard Bold"/>
              </a:rPr>
              <a:t>보안룸</a:t>
            </a:r>
            <a:r>
              <a:rPr lang="ko-KR" altLang="en-US" sz="2000" b="1" dirty="0">
                <a:solidFill>
                  <a:srgbClr val="FF0000"/>
                </a:solidFill>
                <a:latin typeface="Pretendard Bold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Pretendard Bold"/>
              </a:rPr>
              <a:t>PC</a:t>
            </a:r>
            <a:r>
              <a:rPr lang="ko-KR" altLang="en-US" sz="2000" b="1" dirty="0">
                <a:solidFill>
                  <a:srgbClr val="FF0000"/>
                </a:solidFill>
                <a:latin typeface="Pretendard Bold"/>
              </a:rPr>
              <a:t>에 설치된 </a:t>
            </a:r>
            <a:r>
              <a:rPr lang="ko-KR" altLang="en-US" sz="2000" b="1" dirty="0" err="1">
                <a:solidFill>
                  <a:srgbClr val="FF0000"/>
                </a:solidFill>
                <a:latin typeface="Pretendard Bold"/>
              </a:rPr>
              <a:t>브라우져</a:t>
            </a:r>
            <a:r>
              <a:rPr lang="ko-KR" altLang="en-US" sz="2000" b="1" dirty="0">
                <a:solidFill>
                  <a:srgbClr val="FF0000"/>
                </a:solidFill>
                <a:latin typeface="Pretendard Bold"/>
              </a:rPr>
              <a:t> 버전이 맞는지 확인 상이하다면</a:t>
            </a:r>
            <a:r>
              <a:rPr lang="en-US" altLang="ko-KR" sz="2000" b="1" dirty="0">
                <a:solidFill>
                  <a:srgbClr val="FF0000"/>
                </a:solidFill>
                <a:latin typeface="Pretendard Bold"/>
              </a:rPr>
              <a:t>, </a:t>
            </a:r>
            <a:r>
              <a:rPr lang="ko-KR" altLang="en-US" sz="2000" b="1" dirty="0" err="1">
                <a:solidFill>
                  <a:srgbClr val="FF0000"/>
                </a:solidFill>
                <a:latin typeface="Pretendard Bold"/>
              </a:rPr>
              <a:t>재빌드해야함</a:t>
            </a:r>
            <a:r>
              <a:rPr lang="en-US" altLang="ko-KR" sz="2000" b="1" dirty="0">
                <a:solidFill>
                  <a:srgbClr val="FF0000"/>
                </a:solidFill>
                <a:latin typeface="Pretendard Bold"/>
              </a:rPr>
              <a:t>.</a:t>
            </a:r>
            <a:endParaRPr lang="en-US" sz="2000" b="1" i="0" u="none" strike="noStrike" dirty="0">
              <a:solidFill>
                <a:srgbClr val="FF0000"/>
              </a:solidFill>
              <a:latin typeface="Pretendard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1206500"/>
            <a:ext cx="14376400" cy="7747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206500"/>
            <a:ext cx="14401800" cy="12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9300" y="1981200"/>
            <a:ext cx="14465300" cy="12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9" name="TextBox 9"/>
          <p:cNvSpPr txBox="1"/>
          <p:nvPr/>
        </p:nvSpPr>
        <p:spPr>
          <a:xfrm>
            <a:off x="3670300" y="1371600"/>
            <a:ext cx="137668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sz="2400" b="0" i="0" u="none" strike="noStrike">
                <a:solidFill>
                  <a:srgbClr val="000000"/>
                </a:solidFill>
                <a:ea typeface="Pretendard Medium"/>
              </a:rPr>
              <a:t>화면</a:t>
            </a: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400" b="0" i="0" u="none" strike="noStrike">
                <a:solidFill>
                  <a:srgbClr val="000000"/>
                </a:solidFill>
                <a:ea typeface="Pretendard Medium"/>
              </a:rPr>
              <a:t>버튼</a:t>
            </a: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400" b="0" i="0" u="none" strike="noStrike">
                <a:solidFill>
                  <a:srgbClr val="000000"/>
                </a:solidFill>
                <a:ea typeface="Pretendard Medium"/>
              </a:rPr>
              <a:t>설명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8500" y="1244600"/>
            <a:ext cx="26543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UI</a:t>
            </a:r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98600" y="2108200"/>
            <a:ext cx="3492500" cy="9271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01400" y="2108200"/>
            <a:ext cx="2933700" cy="927100"/>
          </a:xfrm>
          <a:prstGeom prst="rect">
            <a:avLst/>
          </a:prstGeom>
        </p:spPr>
      </p:pic>
      <p:sp>
        <p:nvSpPr>
          <p:cNvPr id="13" name="TextBox 13"/>
          <p:cNvSpPr txBox="1"/>
          <p:nvPr/>
        </p:nvSpPr>
        <p:spPr>
          <a:xfrm>
            <a:off x="11506200" y="24130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Server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4300200" y="2159000"/>
            <a:ext cx="3263900" cy="825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WWW :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라이브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서버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QA : QA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서버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 (ID,PWD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입력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)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rPr>
              <a:t>WMC : Cookie </a:t>
            </a:r>
            <a:r>
              <a:rPr lang="ko-KR" altLang="en-US" sz="1400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rPr>
              <a:t>값 입력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rPr>
              <a:t>(login-token)</a:t>
            </a:r>
            <a:endParaRPr lang="en-US" sz="1400" b="0" i="0" u="none" strike="noStrike" dirty="0">
              <a:solidFill>
                <a:srgbClr val="000000"/>
              </a:solidFill>
              <a:highlight>
                <a:srgbClr val="FFFF00"/>
              </a:highlight>
              <a:latin typeface="Pretendard Regular"/>
            </a:endParaRPr>
          </a:p>
        </p:txBody>
      </p:sp>
      <p:pic>
        <p:nvPicPr>
          <p:cNvPr id="15" name="Picture 15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211300" y="3073400"/>
            <a:ext cx="3492500" cy="9271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14100" y="3073400"/>
            <a:ext cx="2933700" cy="9271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1518900" y="33782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Web Browser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4300200" y="3111500"/>
            <a:ext cx="3403600" cy="8509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Chrome (Local) ver.137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웹드라이브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Edge(Local) ver.133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웹드라이브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Chrome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최신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드라이브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다운</a:t>
            </a: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211300" y="4051300"/>
            <a:ext cx="3492500" cy="469900"/>
          </a:xfrm>
          <a:prstGeom prst="rect">
            <a:avLst/>
          </a:prstGeom>
        </p:spPr>
      </p:pic>
      <p:pic>
        <p:nvPicPr>
          <p:cNvPr id="20" name="Picture 20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88700" y="4051300"/>
            <a:ext cx="2933700" cy="457200"/>
          </a:xfrm>
          <a:prstGeom prst="rect">
            <a:avLst/>
          </a:prstGeom>
        </p:spPr>
      </p:pic>
      <p:sp>
        <p:nvSpPr>
          <p:cNvPr id="21" name="TextBox 21"/>
          <p:cNvSpPr txBox="1"/>
          <p:nvPr/>
        </p:nvSpPr>
        <p:spPr>
          <a:xfrm>
            <a:off x="11518900" y="41275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Time Delay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4274800" y="4140200"/>
            <a:ext cx="3403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2 ~5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초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설정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 time.sleep</a:t>
            </a:r>
          </a:p>
        </p:txBody>
      </p:sp>
      <p:pic>
        <p:nvPicPr>
          <p:cNvPr id="23" name="Picture 23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4198600" y="4559300"/>
            <a:ext cx="3492500" cy="2171700"/>
          </a:xfrm>
          <a:prstGeom prst="rect">
            <a:avLst/>
          </a:prstGeom>
        </p:spPr>
      </p:pic>
      <p:pic>
        <p:nvPicPr>
          <p:cNvPr id="24" name="Picture 24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201400" y="4572000"/>
            <a:ext cx="2933700" cy="2133600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1506200" y="55753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Function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274800" y="4660900"/>
            <a:ext cx="3403600" cy="1968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Home Redirection </a:t>
            </a:r>
          </a:p>
          <a:p>
            <a:pPr marL="5461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○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unpacked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리다이렉트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이동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확인</a:t>
            </a:r>
          </a:p>
          <a:p>
            <a:pPr marL="546100" lvl="1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○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Capture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홈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화면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캡쳐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Digital Data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데이터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추출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Page Track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데이터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추출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Navigation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데이터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추출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Home KV CTA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데이터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추출</a:t>
            </a:r>
          </a:p>
        </p:txBody>
      </p:sp>
      <p:pic>
        <p:nvPicPr>
          <p:cNvPr id="27" name="Picture 2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224000" y="7670800"/>
            <a:ext cx="3505200" cy="381000"/>
          </a:xfrm>
          <a:prstGeom prst="rect">
            <a:avLst/>
          </a:prstGeom>
        </p:spPr>
      </p:pic>
      <p:pic>
        <p:nvPicPr>
          <p:cNvPr id="28" name="Picture 28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14100" y="7683500"/>
            <a:ext cx="2933700" cy="381000"/>
          </a:xfrm>
          <a:prstGeom prst="rect">
            <a:avLst/>
          </a:prstGeom>
        </p:spPr>
      </p:pic>
      <p:sp>
        <p:nvSpPr>
          <p:cNvPr id="29" name="TextBox 29"/>
          <p:cNvSpPr txBox="1"/>
          <p:nvPr/>
        </p:nvSpPr>
        <p:spPr>
          <a:xfrm>
            <a:off x="11531600" y="77216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Upload File 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4274800" y="7708900"/>
            <a:ext cx="3403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xlsx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파일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업로드만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가능</a:t>
            </a:r>
          </a:p>
        </p:txBody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224000" y="8115300"/>
            <a:ext cx="3492500" cy="381000"/>
          </a:xfrm>
          <a:prstGeom prst="rect">
            <a:avLst/>
          </a:prstGeom>
        </p:spPr>
      </p:pic>
      <p:pic>
        <p:nvPicPr>
          <p:cNvPr id="32" name="Picture 32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14100" y="8115300"/>
            <a:ext cx="2933700" cy="381000"/>
          </a:xfrm>
          <a:prstGeom prst="rect">
            <a:avLst/>
          </a:prstGeom>
        </p:spPr>
      </p:pic>
      <p:sp>
        <p:nvSpPr>
          <p:cNvPr id="33" name="TextBox 33"/>
          <p:cNvSpPr txBox="1"/>
          <p:nvPr/>
        </p:nvSpPr>
        <p:spPr>
          <a:xfrm>
            <a:off x="11518900" y="81534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Run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4274800" y="8153400"/>
            <a:ext cx="3403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프로그램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</a:p>
        </p:txBody>
      </p:sp>
      <p:pic>
        <p:nvPicPr>
          <p:cNvPr id="35" name="Picture 35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224000" y="8572500"/>
            <a:ext cx="3492500" cy="381000"/>
          </a:xfrm>
          <a:prstGeom prst="rect">
            <a:avLst/>
          </a:prstGeom>
        </p:spPr>
      </p:pic>
      <p:pic>
        <p:nvPicPr>
          <p:cNvPr id="36" name="Picture 36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14100" y="8572500"/>
            <a:ext cx="2933700" cy="381000"/>
          </a:xfrm>
          <a:prstGeom prst="rect">
            <a:avLst/>
          </a:prstGeom>
        </p:spPr>
      </p:pic>
      <p:sp>
        <p:nvSpPr>
          <p:cNvPr id="37" name="TextBox 37"/>
          <p:cNvSpPr txBox="1"/>
          <p:nvPr/>
        </p:nvSpPr>
        <p:spPr>
          <a:xfrm>
            <a:off x="11518900" y="85979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Clear log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4274800" y="8610600"/>
            <a:ext cx="3403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log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삭제</a:t>
            </a:r>
          </a:p>
        </p:txBody>
      </p:sp>
      <p:pic>
        <p:nvPicPr>
          <p:cNvPr id="39" name="Picture 3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224000" y="9004300"/>
            <a:ext cx="3492500" cy="381000"/>
          </a:xfrm>
          <a:prstGeom prst="rect">
            <a:avLst/>
          </a:prstGeom>
        </p:spPr>
      </p:pic>
      <p:pic>
        <p:nvPicPr>
          <p:cNvPr id="40" name="Picture 40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1214100" y="9004300"/>
            <a:ext cx="2933700" cy="381000"/>
          </a:xfrm>
          <a:prstGeom prst="rect">
            <a:avLst/>
          </a:prstGeom>
        </p:spPr>
      </p:pic>
      <p:sp>
        <p:nvSpPr>
          <p:cNvPr id="41" name="TextBox 41"/>
          <p:cNvSpPr txBox="1"/>
          <p:nvPr/>
        </p:nvSpPr>
        <p:spPr>
          <a:xfrm>
            <a:off x="11531600" y="90297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Exit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4274800" y="9042400"/>
            <a:ext cx="3403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프로그램종료</a:t>
            </a:r>
          </a:p>
        </p:txBody>
      </p:sp>
      <p:pic>
        <p:nvPicPr>
          <p:cNvPr id="43" name="Picture 43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4224000" y="7226300"/>
            <a:ext cx="3492500" cy="381000"/>
          </a:xfrm>
          <a:prstGeom prst="rect">
            <a:avLst/>
          </a:prstGeom>
        </p:spPr>
      </p:pic>
      <p:pic>
        <p:nvPicPr>
          <p:cNvPr id="44" name="Picture 44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1201400" y="7239000"/>
            <a:ext cx="2933700" cy="381000"/>
          </a:xfrm>
          <a:prstGeom prst="rect">
            <a:avLst/>
          </a:prstGeom>
        </p:spPr>
      </p:pic>
      <p:sp>
        <p:nvSpPr>
          <p:cNvPr id="45" name="TextBox 45"/>
          <p:cNvSpPr txBox="1"/>
          <p:nvPr/>
        </p:nvSpPr>
        <p:spPr>
          <a:xfrm>
            <a:off x="11557000" y="7277100"/>
            <a:ext cx="22098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Console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4274800" y="7302500"/>
            <a:ext cx="3403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작업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진행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상황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로그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</p:txBody>
      </p:sp>
      <p:pic>
        <p:nvPicPr>
          <p:cNvPr id="47" name="Picture 47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4224000" y="6781800"/>
            <a:ext cx="3492500" cy="381000"/>
          </a:xfrm>
          <a:prstGeom prst="rect">
            <a:avLst/>
          </a:prstGeom>
        </p:spPr>
      </p:pic>
      <p:pic>
        <p:nvPicPr>
          <p:cNvPr id="48" name="Picture 48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1201400" y="6769100"/>
            <a:ext cx="2933700" cy="419100"/>
          </a:xfrm>
          <a:prstGeom prst="rect">
            <a:avLst/>
          </a:prstGeom>
        </p:spPr>
      </p:pic>
      <p:sp>
        <p:nvSpPr>
          <p:cNvPr id="49" name="TextBox 49"/>
          <p:cNvSpPr txBox="1"/>
          <p:nvPr/>
        </p:nvSpPr>
        <p:spPr>
          <a:xfrm>
            <a:off x="11557000" y="68326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b="0" i="0" u="none" strike="noStrike">
                <a:solidFill>
                  <a:srgbClr val="0063BA"/>
                </a:solidFill>
                <a:latin typeface="Pretendard SemiBold"/>
              </a:rPr>
              <a:t>Webdriver Hide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4262100" y="6832600"/>
            <a:ext cx="2895600" cy="292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가상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웹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>
                <a:solidFill>
                  <a:srgbClr val="000000"/>
                </a:solidFill>
                <a:ea typeface="Pretendard Regular"/>
              </a:rPr>
              <a:t>브라우져</a:t>
            </a:r>
            <a:r>
              <a:rPr lang="en-US" sz="1400" b="0" i="0" u="none" strike="noStrike">
                <a:solidFill>
                  <a:srgbClr val="000000"/>
                </a:solidFill>
                <a:latin typeface="Pretendard Regular"/>
              </a:rPr>
              <a:t> On/Off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9321CC7E-7D4C-4E4C-0757-13E1C603B30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334646" y="2019300"/>
            <a:ext cx="7373539" cy="7772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9FE9B2-408A-17B9-BBA8-15F708648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82660628-922B-1B35-CFEA-41FA3542E4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4700" y="1206500"/>
            <a:ext cx="14376400" cy="774700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BB15610F-DD16-60BC-9E54-F417952A1D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4" name="Picture 4">
            <a:extLst>
              <a:ext uri="{FF2B5EF4-FFF2-40B4-BE49-F238E27FC236}">
                <a16:creationId xmlns:a16="http://schemas.microsoft.com/office/drawing/2014/main" id="{BB9E5406-3467-7362-8F7B-F885FFC525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5" name="Picture 5">
            <a:extLst>
              <a:ext uri="{FF2B5EF4-FFF2-40B4-BE49-F238E27FC236}">
                <a16:creationId xmlns:a16="http://schemas.microsoft.com/office/drawing/2014/main" id="{A578B60E-7DE4-CA59-88FC-B1B6867E5F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206500"/>
            <a:ext cx="14401800" cy="1270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186D6EE7-E898-6AAD-9BFC-99FBAE0CF6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9300" y="1981200"/>
            <a:ext cx="14465300" cy="12700"/>
          </a:xfrm>
          <a:prstGeom prst="rect">
            <a:avLst/>
          </a:prstGeom>
        </p:spPr>
      </p:pic>
      <p:pic>
        <p:nvPicPr>
          <p:cNvPr id="7" name="Picture 7">
            <a:extLst>
              <a:ext uri="{FF2B5EF4-FFF2-40B4-BE49-F238E27FC236}">
                <a16:creationId xmlns:a16="http://schemas.microsoft.com/office/drawing/2014/main" id="{D05867E8-EEDE-A419-7990-230C771A1A4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9" name="TextBox 9">
            <a:extLst>
              <a:ext uri="{FF2B5EF4-FFF2-40B4-BE49-F238E27FC236}">
                <a16:creationId xmlns:a16="http://schemas.microsoft.com/office/drawing/2014/main" id="{E820A217-150B-FACD-0188-CECC50198922}"/>
              </a:ext>
            </a:extLst>
          </p:cNvPr>
          <p:cNvSpPr txBox="1"/>
          <p:nvPr/>
        </p:nvSpPr>
        <p:spPr>
          <a:xfrm>
            <a:off x="3670300" y="1371600"/>
            <a:ext cx="13766800" cy="4191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ko-KR" sz="2400" b="0" i="0" u="none" strike="noStrike">
                <a:solidFill>
                  <a:srgbClr val="000000"/>
                </a:solidFill>
                <a:ea typeface="Pretendard Medium"/>
              </a:rPr>
              <a:t>화면</a:t>
            </a: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400" b="0" i="0" u="none" strike="noStrike">
                <a:solidFill>
                  <a:srgbClr val="000000"/>
                </a:solidFill>
                <a:ea typeface="Pretendard Medium"/>
              </a:rPr>
              <a:t>버튼</a:t>
            </a:r>
            <a:r>
              <a:rPr lang="en-US" sz="2400" b="0" i="0" u="none" strike="noStrike">
                <a:solidFill>
                  <a:srgbClr val="000000"/>
                </a:solidFill>
                <a:latin typeface="Pretendard Medium"/>
              </a:rPr>
              <a:t> </a:t>
            </a:r>
            <a:r>
              <a:rPr lang="ko-KR" sz="2400" b="0" i="0" u="none" strike="noStrike">
                <a:solidFill>
                  <a:srgbClr val="000000"/>
                </a:solidFill>
                <a:ea typeface="Pretendard Medium"/>
              </a:rPr>
              <a:t>설명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B2B0E7E-DA77-5BC2-A3B4-DB436FC9F576}"/>
              </a:ext>
            </a:extLst>
          </p:cNvPr>
          <p:cNvSpPr txBox="1"/>
          <p:nvPr/>
        </p:nvSpPr>
        <p:spPr>
          <a:xfrm>
            <a:off x="698500" y="1244600"/>
            <a:ext cx="26543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UI</a:t>
            </a:r>
          </a:p>
        </p:txBody>
      </p:sp>
      <p:pic>
        <p:nvPicPr>
          <p:cNvPr id="11" name="Picture 11">
            <a:extLst>
              <a:ext uri="{FF2B5EF4-FFF2-40B4-BE49-F238E27FC236}">
                <a16:creationId xmlns:a16="http://schemas.microsoft.com/office/drawing/2014/main" id="{89ADF587-3272-0C77-F5BE-92249C566E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98600" y="2108200"/>
            <a:ext cx="3492500" cy="927100"/>
          </a:xfrm>
          <a:prstGeom prst="rect">
            <a:avLst/>
          </a:prstGeom>
        </p:spPr>
      </p:pic>
      <p:pic>
        <p:nvPicPr>
          <p:cNvPr id="12" name="Picture 12">
            <a:extLst>
              <a:ext uri="{FF2B5EF4-FFF2-40B4-BE49-F238E27FC236}">
                <a16:creationId xmlns:a16="http://schemas.microsoft.com/office/drawing/2014/main" id="{6EF28C37-F55D-42D8-466B-619530B4FF7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01400" y="2108200"/>
            <a:ext cx="2933700" cy="9271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2D462890-AF4B-80DD-25C9-B4F6F16444A6}"/>
              </a:ext>
            </a:extLst>
          </p:cNvPr>
          <p:cNvSpPr txBox="1"/>
          <p:nvPr/>
        </p:nvSpPr>
        <p:spPr>
          <a:xfrm>
            <a:off x="11506200" y="2413000"/>
            <a:ext cx="2247900" cy="304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ctr">
              <a:lnSpc>
                <a:spcPct val="116199"/>
              </a:lnSpc>
            </a:pPr>
            <a:r>
              <a:rPr lang="en-US" sz="1700" dirty="0">
                <a:solidFill>
                  <a:srgbClr val="0063BA"/>
                </a:solidFill>
                <a:latin typeface="Pretendard SemiBold"/>
              </a:rPr>
              <a:t>Server</a:t>
            </a:r>
            <a:endParaRPr lang="en-US" sz="1700" b="0" i="0" u="none" strike="noStrike" dirty="0">
              <a:solidFill>
                <a:srgbClr val="0063BA"/>
              </a:solidFill>
              <a:latin typeface="Pretendard SemiBold"/>
            </a:endParaRP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4400B4A6-44FD-9FCF-55B0-9398881E9C9C}"/>
              </a:ext>
            </a:extLst>
          </p:cNvPr>
          <p:cNvSpPr txBox="1"/>
          <p:nvPr/>
        </p:nvSpPr>
        <p:spPr>
          <a:xfrm>
            <a:off x="14300200" y="2159000"/>
            <a:ext cx="3263900" cy="825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WWW :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라이브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서버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QA : QA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서버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 (ID,PWD </a:t>
            </a:r>
            <a:r>
              <a:rPr lang="ko-KR" sz="1400" b="0" i="0" u="none" strike="noStrike" dirty="0">
                <a:solidFill>
                  <a:srgbClr val="000000"/>
                </a:solidFill>
                <a:ea typeface="Pretendard Regular"/>
              </a:rPr>
              <a:t>입력</a:t>
            </a:r>
            <a:r>
              <a:rPr lang="en-US" sz="1400" b="0" i="0" u="none" strike="noStrike" dirty="0">
                <a:solidFill>
                  <a:srgbClr val="000000"/>
                </a:solidFill>
                <a:latin typeface="Pretendard Regular"/>
              </a:rPr>
              <a:t>)</a:t>
            </a:r>
          </a:p>
          <a:p>
            <a:pPr marL="342900" lvl="0" indent="-342900" algn="l">
              <a:lnSpc>
                <a:spcPct val="116199"/>
              </a:lnSpc>
              <a:buClr>
                <a:srgbClr val="000000"/>
              </a:buClr>
              <a:buFont typeface="Arial"/>
              <a:buChar char="●"/>
            </a:pPr>
            <a:r>
              <a:rPr lang="en-US" sz="1400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rPr>
              <a:t>WMC : Cookie </a:t>
            </a:r>
            <a:r>
              <a:rPr lang="ko-KR" altLang="en-US" sz="1400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rPr>
              <a:t>값 입력</a:t>
            </a:r>
            <a:r>
              <a:rPr lang="en-US" altLang="ko-KR" sz="1400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rPr>
              <a:t>(login-token)</a:t>
            </a:r>
            <a:endParaRPr lang="en-US" sz="1400" b="0" i="0" u="none" strike="noStrike" dirty="0">
              <a:solidFill>
                <a:srgbClr val="000000"/>
              </a:solidFill>
              <a:highlight>
                <a:srgbClr val="FFFF00"/>
              </a:highlight>
              <a:latin typeface="Pretendard Regular"/>
            </a:endParaRP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E1570664-2FB0-8103-FA0F-0E1B6646E9F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4646" y="2019300"/>
            <a:ext cx="7373539" cy="777240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57" name="그룹 56">
            <a:extLst>
              <a:ext uri="{FF2B5EF4-FFF2-40B4-BE49-F238E27FC236}">
                <a16:creationId xmlns:a16="http://schemas.microsoft.com/office/drawing/2014/main" id="{869EC84F-19D1-15C9-B42C-C99A1012E0F0}"/>
              </a:ext>
            </a:extLst>
          </p:cNvPr>
          <p:cNvGrpSpPr/>
          <p:nvPr/>
        </p:nvGrpSpPr>
        <p:grpSpPr>
          <a:xfrm>
            <a:off x="11197988" y="3253475"/>
            <a:ext cx="5687800" cy="5909572"/>
            <a:chOff x="11071557" y="3101362"/>
            <a:chExt cx="5687800" cy="5909572"/>
          </a:xfrm>
        </p:grpSpPr>
        <p:pic>
          <p:nvPicPr>
            <p:cNvPr id="54" name="그림 53">
              <a:extLst>
                <a:ext uri="{FF2B5EF4-FFF2-40B4-BE49-F238E27FC236}">
                  <a16:creationId xmlns:a16="http://schemas.microsoft.com/office/drawing/2014/main" id="{665AC02A-8F12-B0C6-55C7-4FBB46D8A8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1076201" y="3441321"/>
              <a:ext cx="5546108" cy="283438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51" name="그림 50">
              <a:extLst>
                <a:ext uri="{FF2B5EF4-FFF2-40B4-BE49-F238E27FC236}">
                  <a16:creationId xmlns:a16="http://schemas.microsoft.com/office/drawing/2014/main" id="{6E55AA2F-4B16-5495-CBBF-1EA24D160B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1071557" y="6336355"/>
              <a:ext cx="5687800" cy="267457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5797325-1935-49CF-5910-20ECF5905769}"/>
                </a:ext>
              </a:extLst>
            </p:cNvPr>
            <p:cNvSpPr/>
            <p:nvPr/>
          </p:nvSpPr>
          <p:spPr>
            <a:xfrm>
              <a:off x="11315700" y="4256947"/>
              <a:ext cx="381000" cy="33760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55" name="타원 54">
              <a:extLst>
                <a:ext uri="{FF2B5EF4-FFF2-40B4-BE49-F238E27FC236}">
                  <a16:creationId xmlns:a16="http://schemas.microsoft.com/office/drawing/2014/main" id="{E58F7FB9-3492-D7E9-46D4-B52B5521899F}"/>
                </a:ext>
              </a:extLst>
            </p:cNvPr>
            <p:cNvSpPr/>
            <p:nvPr/>
          </p:nvSpPr>
          <p:spPr>
            <a:xfrm>
              <a:off x="12433134" y="7820154"/>
              <a:ext cx="394032" cy="33760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56" name="TextBox 14">
              <a:extLst>
                <a:ext uri="{FF2B5EF4-FFF2-40B4-BE49-F238E27FC236}">
                  <a16:creationId xmlns:a16="http://schemas.microsoft.com/office/drawing/2014/main" id="{B022E8E5-1AF3-5826-1005-9697CC911960}"/>
                </a:ext>
              </a:extLst>
            </p:cNvPr>
            <p:cNvSpPr txBox="1"/>
            <p:nvPr/>
          </p:nvSpPr>
          <p:spPr>
            <a:xfrm>
              <a:off x="11071557" y="3101362"/>
              <a:ext cx="1779896" cy="362119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lvl="0" algn="l">
                <a:lnSpc>
                  <a:spcPct val="116199"/>
                </a:lnSpc>
                <a:buClr>
                  <a:srgbClr val="000000"/>
                </a:buClr>
              </a:pPr>
              <a:r>
                <a:rPr lang="en-US" sz="1400" b="0" i="0" u="none" strike="noStrike" dirty="0">
                  <a:solidFill>
                    <a:srgbClr val="000000"/>
                  </a:solidFill>
                  <a:highlight>
                    <a:srgbClr val="FFFF00"/>
                  </a:highlight>
                  <a:latin typeface="Pretendard Regular"/>
                </a:rPr>
                <a:t>login-token </a:t>
              </a:r>
              <a:r>
                <a:rPr lang="ko-KR" altLang="en-US" sz="1400" b="0" i="0" u="none" strike="noStrike" dirty="0">
                  <a:solidFill>
                    <a:srgbClr val="000000"/>
                  </a:solidFill>
                  <a:highlight>
                    <a:srgbClr val="FFFF00"/>
                  </a:highlight>
                  <a:latin typeface="Pretendard Regular"/>
                </a:rPr>
                <a:t>확인 방법  </a:t>
              </a:r>
              <a:endParaRPr lang="en-US" sz="1400" b="0" i="0" u="none" strike="noStrike" dirty="0">
                <a:solidFill>
                  <a:srgbClr val="000000"/>
                </a:solidFill>
                <a:highlight>
                  <a:srgbClr val="FFFF00"/>
                </a:highlight>
                <a:latin typeface="Pretendard Regular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0957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1562100"/>
            <a:ext cx="143002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55600" y="1244600"/>
            <a:ext cx="30226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Function 1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968500"/>
            <a:ext cx="6527800" cy="6515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314700" y="952500"/>
            <a:ext cx="6223000" cy="558800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116199"/>
              </a:lnSpc>
            </a:pPr>
            <a:r>
              <a:rPr lang="en-US" sz="3100" b="0" i="0" u="none" strike="noStrike">
                <a:solidFill>
                  <a:srgbClr val="0063BA"/>
                </a:solidFill>
                <a:latin typeface="Pretendard SemiBold"/>
              </a:rPr>
              <a:t>Home Redirection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2095500"/>
            <a:ext cx="6337300" cy="61976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160000" y="1955800"/>
            <a:ext cx="7467600" cy="65278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12400" y="2095500"/>
            <a:ext cx="3454400" cy="25273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893800" y="2590895"/>
            <a:ext cx="3340100" cy="19177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13600" y="2667000"/>
            <a:ext cx="774700" cy="3302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12400" y="7721505"/>
            <a:ext cx="1854200" cy="381000"/>
          </a:xfrm>
          <a:prstGeom prst="rect">
            <a:avLst/>
          </a:prstGeom>
        </p:spPr>
      </p:pic>
      <p:sp>
        <p:nvSpPr>
          <p:cNvPr id="17" name="TextBox 17"/>
          <p:cNvSpPr txBox="1"/>
          <p:nvPr/>
        </p:nvSpPr>
        <p:spPr>
          <a:xfrm>
            <a:off x="10312400" y="4851400"/>
            <a:ext cx="6946900" cy="27178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방법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)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1) Server : WWW or QA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2) 1.Home Redirectrion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3)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캡쳐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체크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(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선택사항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)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4)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첨부파일에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마지막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위치에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sheet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업로드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C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번째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URL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있어야함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5)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버튼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클릭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6) Export &gt; Home_Redirect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완료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오류시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저장됩니다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. error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폴더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확인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919200" y="2235295"/>
            <a:ext cx="3340100" cy="330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16199"/>
              </a:lnSpc>
            </a:pPr>
            <a:r>
              <a:rPr lang="en-US" sz="1800" b="0" i="0" u="none" strike="noStrike" dirty="0">
                <a:solidFill>
                  <a:srgbClr val="000000"/>
                </a:solidFill>
                <a:latin typeface="Pretendard Medium"/>
              </a:rPr>
              <a:t>Screen shot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1562100"/>
            <a:ext cx="143002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55600" y="1244600"/>
            <a:ext cx="30226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Function 2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968500"/>
            <a:ext cx="6527800" cy="6515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314700" y="952500"/>
            <a:ext cx="6223000" cy="558800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116199"/>
              </a:lnSpc>
            </a:pPr>
            <a:r>
              <a:rPr lang="en-US" sz="3100" b="0" i="0" u="none" strike="noStrike">
                <a:solidFill>
                  <a:srgbClr val="0063BA"/>
                </a:solidFill>
                <a:latin typeface="Pretendard SemiBold"/>
              </a:rPr>
              <a:t>Digital Data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955800"/>
            <a:ext cx="7467600" cy="6527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2500" y="2209800"/>
            <a:ext cx="6172200" cy="6045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63200" y="6747112"/>
            <a:ext cx="1371600" cy="393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2400" y="2209800"/>
            <a:ext cx="6172200" cy="812800"/>
          </a:xfrm>
          <a:prstGeom prst="rect">
            <a:avLst/>
          </a:prstGeom>
        </p:spPr>
      </p:pic>
      <p:pic>
        <p:nvPicPr>
          <p:cNvPr id="13" name="Picture 1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6586200" y="2197100"/>
            <a:ext cx="889000" cy="1282700"/>
          </a:xfrm>
          <a:prstGeom prst="rect">
            <a:avLst/>
          </a:prstGeom>
        </p:spPr>
      </p:pic>
      <p:sp>
        <p:nvSpPr>
          <p:cNvPr id="16" name="TextBox 16"/>
          <p:cNvSpPr txBox="1"/>
          <p:nvPr/>
        </p:nvSpPr>
        <p:spPr>
          <a:xfrm>
            <a:off x="10363200" y="3543300"/>
            <a:ext cx="7150100" cy="31115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방법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)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1) Server : WWW or QA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2) 2.Digital Data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3) 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첨부파일에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마지막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위치에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sheet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업로드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E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번째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URL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있어야함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4)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버튼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클릭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5)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노란색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음영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표시된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컬럼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대상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6) Export &gt; Digital Data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완료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Key Unknown :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값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없음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오류시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저장됩니다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. error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폴더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확인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1562100"/>
            <a:ext cx="143002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55600" y="1244600"/>
            <a:ext cx="30226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Function 3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968500"/>
            <a:ext cx="6527800" cy="6515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314700" y="952500"/>
            <a:ext cx="6223000" cy="558800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116199"/>
              </a:lnSpc>
            </a:pPr>
            <a:r>
              <a:rPr lang="en-US" sz="3100" b="0" i="0" u="none" strike="noStrike">
                <a:solidFill>
                  <a:srgbClr val="0063BA"/>
                </a:solidFill>
                <a:latin typeface="Pretendard SemiBold"/>
              </a:rPr>
              <a:t>Page Track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955800"/>
            <a:ext cx="7467600" cy="6527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2500" y="2120900"/>
            <a:ext cx="6172200" cy="6045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4800" y="2108200"/>
            <a:ext cx="6172200" cy="29337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63200" y="7779034"/>
            <a:ext cx="1126671" cy="3429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0464800" y="5219700"/>
            <a:ext cx="7150100" cy="24892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방법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)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1) Server : WWW or QA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2) 3.Page Track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3) 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첨부파일에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마지막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위치에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sheet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업로드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C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번째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URL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있어야함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4)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버튼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클릭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5) Export &gt; PageTrack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완료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오류시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저장됩니다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. error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폴더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확인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1562100"/>
            <a:ext cx="143002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55600" y="1244600"/>
            <a:ext cx="30226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Function 4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968500"/>
            <a:ext cx="6527800" cy="6515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314700" y="952500"/>
            <a:ext cx="6223000" cy="558800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116199"/>
              </a:lnSpc>
            </a:pPr>
            <a:r>
              <a:rPr lang="en-US" sz="3100" b="0" i="0" u="none" strike="noStrike">
                <a:solidFill>
                  <a:srgbClr val="0063BA"/>
                </a:solidFill>
                <a:latin typeface="Pretendard SemiBold"/>
              </a:rPr>
              <a:t>Navi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955800"/>
            <a:ext cx="7467600" cy="6527800"/>
          </a:xfrm>
          <a:prstGeom prst="rect">
            <a:avLst/>
          </a:prstGeom>
        </p:spPr>
      </p:pic>
      <p:sp>
        <p:nvSpPr>
          <p:cNvPr id="12" name="TextBox 12"/>
          <p:cNvSpPr txBox="1"/>
          <p:nvPr/>
        </p:nvSpPr>
        <p:spPr>
          <a:xfrm>
            <a:off x="10350500" y="5219700"/>
            <a:ext cx="7124700" cy="2794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방법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)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1) Server : WWW or QA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2) 4.Navi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3) 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첨부파일에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마지막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위치에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sheet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업로드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C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번째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URL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있어야함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4) class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필드에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찾고자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하는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class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값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입력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5)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버튼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클릭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6) Export &gt; navigation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완료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오류시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저장됩니다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. error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폴더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확인</a:t>
            </a:r>
          </a:p>
        </p:txBody>
      </p:sp>
      <p:pic>
        <p:nvPicPr>
          <p:cNvPr id="13" name="Picture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63200" y="2184400"/>
            <a:ext cx="6172200" cy="2120900"/>
          </a:xfrm>
          <a:prstGeom prst="rect">
            <a:avLst/>
          </a:prstGeom>
        </p:spPr>
      </p:pic>
      <p:pic>
        <p:nvPicPr>
          <p:cNvPr id="14" name="Picture 1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75900" y="3543300"/>
            <a:ext cx="4508500" cy="1562100"/>
          </a:xfrm>
          <a:prstGeom prst="rect">
            <a:avLst/>
          </a:prstGeom>
        </p:spPr>
      </p:pic>
      <p:pic>
        <p:nvPicPr>
          <p:cNvPr id="15" name="Picture 1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50500" y="8039100"/>
            <a:ext cx="1193800" cy="342900"/>
          </a:xfrm>
          <a:prstGeom prst="rect">
            <a:avLst/>
          </a:prstGeom>
        </p:spPr>
      </p:pic>
      <p:pic>
        <p:nvPicPr>
          <p:cNvPr id="16" name="Picture 16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2500" y="2209800"/>
            <a:ext cx="6172200" cy="6045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314700" cy="3175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4700" y="0"/>
            <a:ext cx="14973300" cy="317500"/>
          </a:xfrm>
          <a:prstGeom prst="rect">
            <a:avLst/>
          </a:prstGeom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1562100"/>
            <a:ext cx="14300200" cy="12700"/>
          </a:xfrm>
          <a:prstGeom prst="rect">
            <a:avLst/>
          </a:prstGeom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14700" y="9804400"/>
            <a:ext cx="14300200" cy="12700"/>
          </a:xfrm>
          <a:prstGeom prst="rect">
            <a:avLst/>
          </a:prstGeom>
        </p:spPr>
      </p:pic>
      <p:sp>
        <p:nvSpPr>
          <p:cNvPr id="6" name="TextBox 6"/>
          <p:cNvSpPr txBox="1"/>
          <p:nvPr/>
        </p:nvSpPr>
        <p:spPr>
          <a:xfrm>
            <a:off x="355600" y="1244600"/>
            <a:ext cx="3022600" cy="749300"/>
          </a:xfrm>
          <a:prstGeom prst="rect">
            <a:avLst/>
          </a:prstGeom>
        </p:spPr>
        <p:txBody>
          <a:bodyPr lIns="0" tIns="0" rIns="0" bIns="0" rtlCol="0" anchor="t"/>
          <a:lstStyle/>
          <a:p>
            <a:pPr lvl="0" algn="l">
              <a:lnSpc>
                <a:spcPct val="99600"/>
              </a:lnSpc>
            </a:pPr>
            <a:r>
              <a:rPr lang="en-US" sz="4200" b="0" i="0" u="none" strike="noStrike">
                <a:solidFill>
                  <a:srgbClr val="0063BA"/>
                </a:solidFill>
                <a:latin typeface="Pretendard Bold"/>
              </a:rPr>
              <a:t>Function 5</a:t>
            </a:r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4700" y="1968500"/>
            <a:ext cx="6527800" cy="6515100"/>
          </a:xfrm>
          <a:prstGeom prst="rect">
            <a:avLst/>
          </a:prstGeom>
        </p:spPr>
      </p:pic>
      <p:sp>
        <p:nvSpPr>
          <p:cNvPr id="8" name="TextBox 8"/>
          <p:cNvSpPr txBox="1"/>
          <p:nvPr/>
        </p:nvSpPr>
        <p:spPr>
          <a:xfrm>
            <a:off x="3314700" y="952500"/>
            <a:ext cx="6223000" cy="558800"/>
          </a:xfrm>
          <a:prstGeom prst="rect">
            <a:avLst/>
          </a:prstGeom>
        </p:spPr>
        <p:txBody>
          <a:bodyPr lIns="0" tIns="0" rIns="0" bIns="0" rtlCol="0" anchor="b"/>
          <a:lstStyle/>
          <a:p>
            <a:pPr lvl="0" algn="l">
              <a:lnSpc>
                <a:spcPct val="116199"/>
              </a:lnSpc>
            </a:pPr>
            <a:r>
              <a:rPr lang="en-US" sz="3100" b="0" i="0" u="none" strike="noStrike">
                <a:solidFill>
                  <a:srgbClr val="0063BA"/>
                </a:solidFill>
                <a:latin typeface="Pretendard SemiBold"/>
              </a:rPr>
              <a:t>KV CTA</a:t>
            </a:r>
          </a:p>
        </p:txBody>
      </p:sp>
      <p:pic>
        <p:nvPicPr>
          <p:cNvPr id="9" name="Picture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60000" y="1955800"/>
            <a:ext cx="7467600" cy="6527800"/>
          </a:xfrm>
          <a:prstGeom prst="rect">
            <a:avLst/>
          </a:prstGeom>
        </p:spPr>
      </p:pic>
      <p:pic>
        <p:nvPicPr>
          <p:cNvPr id="10" name="Picture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92500" y="2120900"/>
            <a:ext cx="6172200" cy="60452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5387" y="8086299"/>
            <a:ext cx="850900" cy="342900"/>
          </a:xfrm>
          <a:prstGeom prst="rect">
            <a:avLst/>
          </a:prstGeom>
        </p:spPr>
      </p:pic>
      <p:pic>
        <p:nvPicPr>
          <p:cNvPr id="12" name="Picture 12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99700" y="2120900"/>
            <a:ext cx="5562600" cy="2819400"/>
          </a:xfrm>
          <a:prstGeom prst="rect">
            <a:avLst/>
          </a:prstGeom>
        </p:spPr>
      </p:pic>
      <p:sp>
        <p:nvSpPr>
          <p:cNvPr id="15" name="TextBox 15"/>
          <p:cNvSpPr txBox="1"/>
          <p:nvPr/>
        </p:nvSpPr>
        <p:spPr>
          <a:xfrm>
            <a:off x="10325100" y="5295900"/>
            <a:ext cx="7150100" cy="2794000"/>
          </a:xfrm>
          <a:prstGeom prst="rect">
            <a:avLst/>
          </a:prstGeom>
        </p:spPr>
        <p:txBody>
          <a:bodyPr lIns="0" tIns="0" rIns="0" bIns="0" rtlCol="0" anchor="ctr"/>
          <a:lstStyle/>
          <a:p>
            <a:pPr lvl="0" algn="l">
              <a:lnSpc>
                <a:spcPct val="124499"/>
              </a:lnSpc>
            </a:pP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방법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)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1) Server : WWW or QA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 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2) 5.KV CTA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선택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3) 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첨부파일에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마지막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위치에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sheet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업로드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C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5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번째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URL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이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있어야함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4)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버튼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클릭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5)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노란색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음영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표시된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컬럼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대상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6) Export &gt; KV_CTA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완료</a:t>
            </a:r>
          </a:p>
          <a:p>
            <a:pPr lvl="0" algn="l">
              <a:lnSpc>
                <a:spcPct val="124499"/>
              </a:lnSpc>
            </a:pP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※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실행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오류시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중간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저장됩니다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. error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폴더</a:t>
            </a:r>
            <a:r>
              <a:rPr lang="en-US" sz="1600" b="0" i="0" u="none" strike="noStrike">
                <a:solidFill>
                  <a:srgbClr val="000000"/>
                </a:solidFill>
                <a:latin typeface="Pretendard Regular"/>
              </a:rPr>
              <a:t> </a:t>
            </a:r>
            <a:r>
              <a:rPr lang="ko-KR" sz="1600" b="0" i="0" u="none" strike="noStrike">
                <a:solidFill>
                  <a:srgbClr val="000000"/>
                </a:solidFill>
                <a:ea typeface="Pretendard Regular"/>
              </a:rPr>
              <a:t>확인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512</Words>
  <Application>Microsoft Office PowerPoint</Application>
  <PresentationFormat>사용자 지정</PresentationFormat>
  <Paragraphs>100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Pretendard Medium</vt:lpstr>
      <vt:lpstr>Calibri</vt:lpstr>
      <vt:lpstr>Pretendard Bold</vt:lpstr>
      <vt:lpstr>Pretendard SemiBold</vt:lpstr>
      <vt:lpstr>Pretendard Regular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Yunseok Lee</cp:lastModifiedBy>
  <cp:revision>9</cp:revision>
  <dcterms:created xsi:type="dcterms:W3CDTF">2006-08-16T00:00:00Z</dcterms:created>
  <dcterms:modified xsi:type="dcterms:W3CDTF">2025-06-04T05:18:22Z</dcterms:modified>
</cp:coreProperties>
</file>